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miembros del jurado. Hoy les presento YatiqApp...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pesar de tener millones de hablantes, el aymara y el quechua están prácticamente invisibilizados...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solución es YatiqApp. Una aplicación móvil en Flutter que actúa como puente...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Construimos una arquitectura híbrida desacoplada...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lograr esto, ensamblamos un pipeline cargado en la VRAM...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robustez es clave. Usamos bases de datos embebidas para portabilidad...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solo probamos la app, evaluamos científicamente a la IA...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 pasaré a proyectar la pantalla de mi celular Android...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Nuestro plan de evolución contempla el despliegue en la nube...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tecnología debe ser un puente y no una barrera.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00C8B4"/>
                </a:solidFill>
              </a:defRPr>
            </a:pPr>
            <a:r>
              <a:t>YatiqApp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Co-piloto de Inteligencia Artificial para la Preservación y Traducción de Lenguas Originarias.</a:t>
            </a:r>
          </a:p>
          <a:p>
            <a:pPr algn="ctr">
              <a:defRPr sz="1800">
                <a:solidFill>
                  <a:srgbClr val="F0F0F0"/>
                </a:solidFill>
              </a:defRPr>
            </a:pPr>
            <a:r>
              <a:t>Línea de Evaluación CE02: Ingeniería de Software</a:t>
            </a:r>
          </a:p>
          <a:p>
            <a:pPr algn="ctr">
              <a:defRPr sz="1800">
                <a:solidFill>
                  <a:srgbClr val="F0F0F0"/>
                </a:solidFill>
              </a:defRPr>
            </a:pPr>
            <a:r>
              <a:t>Responsable: Brayner Aníbal Mamani Calcina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La Brecha Lingüística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Más de 4 millones de personas hablan Quechua y Aymara.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El 95% del ecosistema digital excluye estas lenguas.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Asistentes como Siri ignoran las lenguas andinas.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El Reto: Procesar voz requiere modelos masivos de IA que son lentos en servidores estándar.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YatiqApp: IA en tu Bolsillo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Frontend Nativo: Aplicación móvil rápida en Flutter.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Traductor Bidireccional: Voz a Voz en tiempo real.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Asistente Educativo: Módulo interactivo integrado.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Offline: Historial disponible sin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Arquitectura Híbrida (3-Tier)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1. Capa Cliente: App Móvil Flutter + Panel Web.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2. Capa Proxy: Servidor Laravel (Autenticación).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3. Capa Inferencial: Microservicio FastAPI (GPU NVIDIA).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Pipeline Inferencial SOTA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ASR: OpenAI Whisper Turbo (Transcribe).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NMT: Meta NLLB-200 + LoRA (Traduce).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TTS: Meta MMS (Sintetiza audio realista).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Latencia lograda: Menor a 1.0 segundos.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Persistencia y Resiliencia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Bases Embebidas: SQLite en el servidor y Hive en Móvil.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Privacidad: Limpieza atómica de audios temporales.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Colas (Jobs): Entrenamientos en segundo plano.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Validación Científica (QA)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Testing Automatizado: 7 casos de prueba cubiertos.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Precisión: LoRA supera al modelo base en ChrF++ y BLEU.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Reportes: Gráficas de Loss Curve (Chart.js).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Demostración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Inferencia por Voz interactiva.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Respuesta de la IA en tiempo real.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Historial y modo Offline local.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Roadmap de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Cloud: Migración a AWS EC2 (g5.xlarge).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Expansión: Shipibo-Conibo, Asháninka.</a:t>
            </a:r>
          </a:p>
          <a:p>
            <a:pPr lvl="1">
              <a:spcAft>
                <a:spcPts val="1400"/>
              </a:spcAft>
              <a:defRPr sz="2200">
                <a:solidFill>
                  <a:srgbClr val="F0F0F0"/>
                </a:solidFill>
              </a:defRPr>
            </a:pPr>
            <a:r>
              <a:t>Edge Computing: Cuantización (4-bits) de LLMs locales.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00C8B4"/>
                </a:solidFill>
              </a:defRPr>
            </a:pPr>
            <a:r>
              <a:t>¡Muchas 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YatiqApp: Preservando nuestra cultura con IA.</a:t>
            </a:r>
          </a:p>
          <a:p>
            <a:pPr algn="ctr">
              <a:defRPr sz="1800">
                <a:solidFill>
                  <a:srgbClr val="F0F0F0"/>
                </a:solidFill>
              </a:defRPr>
            </a:pPr>
            <a:r>
              <a:t>Brayner Aníbal Mamani Calcina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